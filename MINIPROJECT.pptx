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5DCFC-4B00-4141-B922-CA3ACB2B0BAB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C3EE2-F517-444F-B68D-60F2E2A04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68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6C3EE2-F517-444F-B68D-60F2E2A04D3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408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BF44-32DB-8C28-36E3-A68907F0F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28519-3841-0FD2-FE14-859C908B5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66BE2-BB37-6FFA-6209-4F50CDFE0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04F8-A6DC-FABD-F475-22AE7673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DE2D-34FA-8C13-B168-2CCB49A5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80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640A-6BA0-5B6D-50F0-2CC7BB33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EA7D-3946-0D82-5E56-CE640EAF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8A7CE-6B65-37A5-13B5-E29BFB631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F02B4-ED02-4990-C285-CD029853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0A542-389B-7B35-7F63-067F7E2D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5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B0D8-2BCC-6668-484C-42D6B53C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5E724-2A23-6073-D8B4-3815BCAE0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8513-30E3-DC05-6576-F63AAC38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80E8D-DB64-659C-9684-190EAE4A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7B937-48B4-AFD0-554F-5816E196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80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CD2B-3C98-C226-B2A6-B886429D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A1AE5-5643-1412-9D04-36EA07CE2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A8D9B-7CA3-EE55-9CCF-DF7FD35EB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D5981-E139-1336-74E0-8DB1AE52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2C9FC-2B0C-64B6-C268-49DFADEFC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AC2C4-886A-E68D-D410-83844FFD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8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02AC-0985-84BC-98DF-287000C6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5217-4766-60E6-0408-BE4852DB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A2B4A-D09D-F382-39C8-90C65688B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35930-7498-9CC9-300E-FD900A139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B72C8-19F1-FC67-7DA2-2058B3015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8207C-DC96-4E16-6A2A-1F2D67EE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8AD73B-01F4-4D95-D4FD-E06AD485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54B312-C4C0-8B06-1C2F-86E5252E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0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3606-A412-AE91-CEAF-8021CA71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B9760-4E62-E9E5-C69C-6BF552F7F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A6294-1E8E-1751-169C-2D120106E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A8882-5E9F-1AFE-7785-4A6E0C50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47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12B23-0A5E-B89D-27BF-E4E172466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80937-CC6A-57E7-E8FB-D72A39CF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92B9A-D9FF-7747-E36B-964EC8C1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57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88BA-0CAB-903F-0F7C-B11353CF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8817-D2A6-D305-1436-32547F2B2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23994-296D-F20D-256A-FEC7BE999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A957B-9E12-F1CC-3068-AC69C235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564DB-8B53-A334-C967-FFD9DC99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50FE6-6EBD-5505-EADF-2BA912DC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610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08C-806B-4A3A-DD4B-DC2B05EB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48D5F3-6AA8-B35B-1269-CC424694A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14F87-7DF5-2944-CAFB-9EB78C79B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418A1-6265-97DF-D919-9EFDC75D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93B94-68EF-3A7E-9050-D1398155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F8E5F-E417-3151-7400-82AF11501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16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ED0E-555C-8E87-F7A6-53B1C7BC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2E567-E825-CE0D-CD09-508DC80D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9BCA-228A-34A0-C150-8E7D2DA8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A6F0-960C-BC30-C5AB-104FF8C7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427A6-9F2A-F8A3-BCA5-F227622E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32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065865-1BE8-C028-1B01-DB8053A91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0E4AB-9158-87C9-ABA5-28A2D97D6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B4C35-3F27-1C0E-0F4A-905D65F1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C77AD-3EBA-8B86-CB39-53589007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FAF19-EBF2-CCB9-9A11-E49ACC36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9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E1284-D2BD-FB0D-470C-CEFC77ED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A0FF2-B174-CA89-E6F6-6D6BAFF34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8C19-C13F-AC81-F5CE-35CF69C86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9115F-E11A-455A-A0EC-64DE9DC7E69D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D373E-144D-2A8B-D2DF-1D153E42C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42C7-81FA-6BC9-A488-725225057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A3479-BF50-45F3-B8FE-C8A9681C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19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2132-FCEA-5746-A100-69721337A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3183"/>
            <a:ext cx="8941904" cy="43930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Placement Eligibility Streamlit Application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	Presented by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		  P.Nirupa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75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FA45-4A4F-837D-BABA-EFC1A81F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1F57-81D1-2E63-A40C-D70D81758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Skills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overview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3.Features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4.Project goal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5.Database schema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6.Streamlit filters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7.Sql queries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30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23DB-DFAB-614A-D896-6ED9F3FF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Skills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A254D-2760-AA3C-84FC-3E1D08D31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oops Principles in python</a:t>
            </a:r>
          </a:p>
          <a:p>
            <a:r>
              <a:rPr lang="en-US" dirty="0"/>
              <a:t>Generating synthetic data using Faker library</a:t>
            </a:r>
          </a:p>
          <a:p>
            <a:r>
              <a:rPr lang="en-US" dirty="0"/>
              <a:t>Building data driven applications using streamlit</a:t>
            </a:r>
          </a:p>
          <a:p>
            <a:r>
              <a:rPr lang="en-US" dirty="0"/>
              <a:t>Working with relational databases</a:t>
            </a:r>
          </a:p>
          <a:p>
            <a:r>
              <a:rPr lang="en-US" dirty="0"/>
              <a:t>Writing and optimizing SQL queries</a:t>
            </a:r>
          </a:p>
        </p:txBody>
      </p:sp>
    </p:spTree>
    <p:extLst>
      <p:ext uri="{BB962C8B-B14F-4D97-AF65-F5344CB8AC3E}">
        <p14:creationId xmlns:p14="http://schemas.microsoft.com/office/powerpoint/2010/main" val="307767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7A69-97ED-6B21-B391-A9E9B435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166E-96F3-01DA-D092-54394337C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3196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based on Placement Eligibility Streamlit application that filters and displays student placement Eligibility based on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1.Programming scores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2.Softskills score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leverages Python, SQLite and pandas for interactive data generation, storage and analysis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75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0FC0-A087-1067-2313-7BFC7FC6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Features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66B67-EC6E-746A-F1A7-BD93508D3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3228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SQL driven analytics inside streamlit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Code modularity using Oops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Simulated student data using faker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D3DB6-2547-4093-509F-61C7F969F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228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Filter students based 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Problems solved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Soft skills score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Tabbed view using insights</a:t>
            </a:r>
          </a:p>
        </p:txBody>
      </p:sp>
    </p:spTree>
    <p:extLst>
      <p:ext uri="{BB962C8B-B14F-4D97-AF65-F5344CB8AC3E}">
        <p14:creationId xmlns:p14="http://schemas.microsoft.com/office/powerpoint/2010/main" val="151313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4076-E9E3-073E-FE3F-8D590EC8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Goal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634-7D7C-583D-9BE2-0CE6300F6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0478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Develop a data driven Streamlit application to dynamically filter and display student eligibility based on programming score and </a:t>
            </a:r>
            <a:r>
              <a:rPr lang="en-US" dirty="0" err="1"/>
              <a:t>softskills</a:t>
            </a:r>
            <a:r>
              <a:rPr lang="en-US" dirty="0"/>
              <a:t> score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81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8AAC-DDC6-7472-01D7-F3F782CC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Schema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575F-60B6-EE22-F833-2F415194D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Created tables</a:t>
            </a:r>
          </a:p>
          <a:p>
            <a:r>
              <a:rPr lang="en-IN" dirty="0"/>
              <a:t>Students table: student_id, name, age, city</a:t>
            </a:r>
            <a:r>
              <a:rPr lang="en-IN" b="1" dirty="0"/>
              <a:t>, </a:t>
            </a:r>
            <a:r>
              <a:rPr lang="en-IN" dirty="0"/>
              <a:t>gender, email, phone….</a:t>
            </a:r>
          </a:p>
          <a:p>
            <a:r>
              <a:rPr lang="en-IN" dirty="0"/>
              <a:t>Programming table: language,  problems solved,</a:t>
            </a:r>
            <a:r>
              <a:rPr lang="en-IN" b="1" dirty="0"/>
              <a:t> </a:t>
            </a:r>
            <a:r>
              <a:rPr lang="en-IN" dirty="0"/>
              <a:t>assessments_completed,</a:t>
            </a:r>
            <a:r>
              <a:rPr lang="en-IN" b="1" dirty="0"/>
              <a:t>  </a:t>
            </a:r>
            <a:r>
              <a:rPr lang="en-IN" dirty="0"/>
              <a:t>mini_projects……..</a:t>
            </a:r>
          </a:p>
          <a:p>
            <a:r>
              <a:rPr lang="en-IN" dirty="0"/>
              <a:t>Soft skills table: communication, teamwork</a:t>
            </a:r>
            <a:r>
              <a:rPr lang="en-IN" b="1" dirty="0"/>
              <a:t>, </a:t>
            </a:r>
            <a:r>
              <a:rPr lang="en-IN" dirty="0"/>
              <a:t>interpersonal skills…….</a:t>
            </a:r>
          </a:p>
          <a:p>
            <a:r>
              <a:rPr lang="en-IN" dirty="0"/>
              <a:t>Placement table: mock_interview_score,  placement status, company name, placement package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Using faker library store the data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28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8F1A-9215-E8B7-4C41-65F3083F3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Streamlit filters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C0066-8110-5E2B-EDBB-0F05E9EB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Streamlit used to create Eligible students for placement</a:t>
            </a:r>
          </a:p>
          <a:p>
            <a:r>
              <a:rPr lang="en-US" dirty="0"/>
              <a:t>Sidebars in streamlit</a:t>
            </a:r>
          </a:p>
          <a:p>
            <a:pPr marL="0" indent="0">
              <a:buNone/>
            </a:pPr>
            <a:r>
              <a:rPr lang="en-US" dirty="0"/>
              <a:t>  1.Problems solved</a:t>
            </a:r>
          </a:p>
          <a:p>
            <a:pPr marL="0" indent="0">
              <a:buNone/>
            </a:pPr>
            <a:r>
              <a:rPr lang="en-US" dirty="0"/>
              <a:t>   2.softskills score</a:t>
            </a:r>
          </a:p>
          <a:p>
            <a:r>
              <a:rPr lang="en-US" dirty="0"/>
              <a:t>Joining tables</a:t>
            </a:r>
          </a:p>
          <a:p>
            <a:r>
              <a:rPr lang="en-US" dirty="0"/>
              <a:t>Student Eligibility table</a:t>
            </a:r>
          </a:p>
          <a:p>
            <a:r>
              <a:rPr lang="en-US" dirty="0"/>
              <a:t>CSV export for filtered students</a:t>
            </a:r>
          </a:p>
          <a:p>
            <a:r>
              <a:rPr lang="en-US" dirty="0"/>
              <a:t>SQL queries using tabs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58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B0E9-302E-16E5-996E-E6610CEC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BF213-7ECA-A8FE-8E69-603FF72E2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Weak Soft Skills</a:t>
            </a:r>
          </a:p>
          <a:p>
            <a:r>
              <a:rPr lang="en-IN" dirty="0"/>
              <a:t>Students per City</a:t>
            </a:r>
          </a:p>
          <a:p>
            <a:r>
              <a:rPr lang="en-US" dirty="0"/>
              <a:t>Top 5 Placement Ready Students</a:t>
            </a:r>
          </a:p>
          <a:p>
            <a:r>
              <a:rPr lang="en-US" dirty="0"/>
              <a:t>students with problem solved &lt;30</a:t>
            </a:r>
          </a:p>
          <a:p>
            <a:r>
              <a:rPr lang="en-IN" dirty="0"/>
              <a:t>max age of student</a:t>
            </a:r>
          </a:p>
          <a:p>
            <a:r>
              <a:rPr lang="en-IN" dirty="0"/>
              <a:t>Students by Programming Language</a:t>
            </a:r>
          </a:p>
          <a:p>
            <a:r>
              <a:rPr lang="en-IN" dirty="0"/>
              <a:t>Students Aged 20-23</a:t>
            </a:r>
          </a:p>
          <a:p>
            <a:r>
              <a:rPr lang="en-IN" dirty="0"/>
              <a:t>python programmers</a:t>
            </a:r>
          </a:p>
          <a:p>
            <a:r>
              <a:rPr lang="en-US" dirty="0"/>
              <a:t>total number of numbers placed</a:t>
            </a:r>
          </a:p>
          <a:p>
            <a:r>
              <a:rPr lang="en-IN" dirty="0"/>
              <a:t>highest package offered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254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1D73-5F42-B2E7-519D-EF652998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6527"/>
          </a:xfrm>
        </p:spPr>
        <p:txBody>
          <a:bodyPr/>
          <a:lstStyle/>
          <a:p>
            <a:r>
              <a:rPr lang="en-US" dirty="0"/>
              <a:t>                      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22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325</Words>
  <Application>Microsoft Office PowerPoint</Application>
  <PresentationFormat>Widescreen</PresentationFormat>
  <Paragraphs>65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Placement Eligibility Streamlit Application     Presented by        P.Nirupa</vt:lpstr>
      <vt:lpstr>Agenda</vt:lpstr>
      <vt:lpstr>Skills</vt:lpstr>
      <vt:lpstr>Project overview</vt:lpstr>
      <vt:lpstr>Features</vt:lpstr>
      <vt:lpstr>Project Goal</vt:lpstr>
      <vt:lpstr>Database Schema</vt:lpstr>
      <vt:lpstr>Streamlit filters</vt:lpstr>
      <vt:lpstr>SQL Queries</vt:lpstr>
      <vt:lpstr>                      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Puthalapattu Nirupa</dc:creator>
  <cp:lastModifiedBy>Puthalapattu Nirupa</cp:lastModifiedBy>
  <cp:revision>18</cp:revision>
  <dcterms:created xsi:type="dcterms:W3CDTF">2025-06-28T12:01:07Z</dcterms:created>
  <dcterms:modified xsi:type="dcterms:W3CDTF">2025-07-01T06:51:50Z</dcterms:modified>
</cp:coreProperties>
</file>